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f60b1f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bf60b1f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f60b1f5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f60b1f5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f60b1f5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bf60b1f5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f60b1f5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f60b1f5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f60b1f5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f60b1f5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f60b1f5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bf60b1f5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f60b1f5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f60b1f5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f60b1f5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bf60b1f5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f60b1f5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f60b1f5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f60b1f5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bf60b1f5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bf60b1f5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bf60b1f5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f60b1f5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bf60b1f5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10" Type="http://schemas.openxmlformats.org/officeDocument/2006/relationships/image" Target="../media/image24.jpg"/><Relationship Id="rId9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25.jp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hyperlink" Target="http://drive.google.com/file/d/1kWEKaVySRGeiI9AlGDvRuuYAF83tE9Zk/view" TargetMode="External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264350" y="999575"/>
            <a:ext cx="4761000" cy="4482300"/>
          </a:xfrm>
          <a:prstGeom prst="ellipse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-985074" y="-603871"/>
            <a:ext cx="5123400" cy="48234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GuttonyMonsterCollection (1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" y="3084722"/>
            <a:ext cx="1923300" cy="162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GuttonyMonsterCollection (1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2">
            <a:off x="7216957" y="1744136"/>
            <a:ext cx="863662" cy="907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GuttonyMonsterCollection (1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2750" y="4611425"/>
            <a:ext cx="2600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type="ctrTitle"/>
          </p:nvPr>
        </p:nvSpPr>
        <p:spPr>
          <a:xfrm>
            <a:off x="220326" y="781525"/>
            <a:ext cx="7647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Gluttony Monster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834125"/>
            <a:ext cx="8520600" cy="7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 GDD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1" name="Google Shape;61;p13"/>
          <p:cNvSpPr txBox="1"/>
          <p:nvPr/>
        </p:nvSpPr>
        <p:spPr>
          <a:xfrm>
            <a:off x="3754200" y="3366275"/>
            <a:ext cx="16356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-GB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-GB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Maps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-GB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Characters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-GB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Assets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-GB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Prototype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2" name="Google Shape;62;p13" title="GuttonyMonsterCollection (8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5825" y="2120250"/>
            <a:ext cx="748500" cy="53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GuttonyMonsterCollection (10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8125" y="4449500"/>
            <a:ext cx="698550" cy="4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 title="GuttonyMonsterCollection (1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125745">
            <a:off x="7172479" y="3279933"/>
            <a:ext cx="2136516" cy="2259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GuttonyMonsterCollection (1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791375"/>
            <a:ext cx="2600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 title="GuttonyMonsterCollection (1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950" y="4963625"/>
            <a:ext cx="2600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GuttonyMonsterCollection (1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2750" y="4963625"/>
            <a:ext cx="2600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GuttonyMonsterCollection (15).png"/>
          <p:cNvPicPr preferRelativeResize="0"/>
          <p:nvPr/>
        </p:nvPicPr>
        <p:blipFill rotWithShape="1">
          <a:blip r:embed="rId9">
            <a:alphaModFix/>
          </a:blip>
          <a:srcRect b="0" l="0" r="81256" t="0"/>
          <a:stretch/>
        </p:blipFill>
        <p:spPr>
          <a:xfrm rot="2460977">
            <a:off x="2364046" y="4305847"/>
            <a:ext cx="742784" cy="1062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 title="GuttonyMonsterCollection (15).png"/>
          <p:cNvPicPr preferRelativeResize="0"/>
          <p:nvPr/>
        </p:nvPicPr>
        <p:blipFill rotWithShape="1">
          <a:blip r:embed="rId9">
            <a:alphaModFix/>
          </a:blip>
          <a:srcRect b="0" l="46156" r="0" t="4187"/>
          <a:stretch/>
        </p:blipFill>
        <p:spPr>
          <a:xfrm rot="-500967">
            <a:off x="-732700" y="4795925"/>
            <a:ext cx="1198526" cy="7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 T     E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6" name="Google Shape;76;p14" title="GuttonyMonsterCol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550" y="300175"/>
            <a:ext cx="6666577" cy="484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 T     E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3" name="Google Shape;83;p15" title="GuttonyMonsterCollecti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300" y="304800"/>
            <a:ext cx="645968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 T     E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0" name="Google Shape;90;p16" title="GuttonyMonsterCollectio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225" y="345225"/>
            <a:ext cx="7934776" cy="458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 T     E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7" name="Google Shape;97;p17" title="GuttonyMonsterCollection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4175" y="221250"/>
            <a:ext cx="332419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 T     E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endParaRPr>
              <a:solidFill>
                <a:srgbClr val="CCCC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4" name="Google Shape;104;p18" title="GuttonyMonsterCollection (4).png"/>
          <p:cNvPicPr preferRelativeResize="0"/>
          <p:nvPr/>
        </p:nvPicPr>
        <p:blipFill rotWithShape="1">
          <a:blip r:embed="rId3">
            <a:alphaModFix/>
          </a:blip>
          <a:srcRect b="4647" l="0" r="0" t="6661"/>
          <a:stretch/>
        </p:blipFill>
        <p:spPr>
          <a:xfrm>
            <a:off x="1837850" y="0"/>
            <a:ext cx="68734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MAPS</a:t>
            </a:r>
            <a:endParaRPr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1" name="Google Shape;111;p19" title="GuttonyMonsterCollection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100" y="445025"/>
            <a:ext cx="7794900" cy="438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MAPS</a:t>
            </a:r>
            <a:endParaRPr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8" name="Google Shape;118;p20" title="GuttonyMonsterCollection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350" y="304800"/>
            <a:ext cx="668153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MAPS</a:t>
            </a:r>
            <a:endParaRPr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5" name="Google Shape;125;p21" title="GuttonyMonsterCollection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200" y="232725"/>
            <a:ext cx="5075644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CHARACTERS</a:t>
            </a:r>
            <a:endParaRPr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2" name="Google Shape;132;p22" title="IMG_086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1850" y="2425375"/>
            <a:ext cx="2091402" cy="156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 title="IMG_086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200" y="445037"/>
            <a:ext cx="1958702" cy="146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 title="IMG_086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8325" y="2425375"/>
            <a:ext cx="2169651" cy="162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 title="IMG_087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8275" y="2625375"/>
            <a:ext cx="1368548" cy="136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 title="IMG_086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9250" y="445025"/>
            <a:ext cx="1958717" cy="14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 title="IMG_086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56800" y="445025"/>
            <a:ext cx="1958702" cy="14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 title="IMG_086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07825" y="437503"/>
            <a:ext cx="1958702" cy="14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88175" y="2624226"/>
            <a:ext cx="1368551" cy="1370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/>
          <p:nvPr/>
        </p:nvSpPr>
        <p:spPr>
          <a:xfrm>
            <a:off x="5258247" y="2288300"/>
            <a:ext cx="3891900" cy="470400"/>
          </a:xfrm>
          <a:prstGeom prst="rect">
            <a:avLst/>
          </a:prstGeom>
          <a:solidFill>
            <a:srgbClr val="1A1A1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rgbClr val="7F6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ASSETS</a:t>
            </a:r>
            <a:endParaRPr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7" name="Google Shape;147;p23" title="Screenshot 2026-09-05 2025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000" y="0"/>
            <a:ext cx="3892001" cy="2477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 title="Screenshot 2026-09-05 2025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198" y="-5"/>
            <a:ext cx="3840184" cy="25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 title="Screenshot 2026-09-05 2025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189" y="2543253"/>
            <a:ext cx="3892000" cy="2620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 title="Screenshot 2026-09-05 2025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2001" y="2502772"/>
            <a:ext cx="3892001" cy="26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PROTOTYPE</a:t>
            </a:r>
            <a:endParaRPr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7" name="Google Shape;157;p24" title="Screenshot 2026-09-05 2026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325" y="0"/>
            <a:ext cx="6861674" cy="30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 title="2025-06-02_00-00-4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2325" y="3078075"/>
            <a:ext cx="6861676" cy="20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1677825" y="3171950"/>
            <a:ext cx="604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NEW</a:t>
            </a:r>
            <a:endParaRPr sz="1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677825" y="88150"/>
            <a:ext cx="604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OLD</a:t>
            </a:r>
            <a:endParaRPr sz="1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0"/>
            <a:ext cx="1044300" cy="5143500"/>
          </a:xfrm>
          <a:prstGeom prst="rect">
            <a:avLst/>
          </a:prstGeom>
          <a:solidFill>
            <a:srgbClr val="4C113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445025"/>
            <a:ext cx="516900" cy="25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PROTOTYPE</a:t>
            </a:r>
            <a:endParaRPr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67" name="Google Shape;167;p25" title="Screenshot 2026-09-04 0158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322" y="152400"/>
            <a:ext cx="63820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